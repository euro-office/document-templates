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0A13A-DB3F-4AD5-B6AF-BDA0278A0A39}" type="datetimeFigureOut">
              <a:rPr lang="da-DK" smtClean="0"/>
              <a:t>2018-09-13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2F05B-BAF9-488D-83DE-20A7CCFAC19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/>
</cp:coreProperties>
</file>